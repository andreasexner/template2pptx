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A0-413E-AF68-04288BCFB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EB8D-D819-2984-9F4B-47C96A902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42646-F278-F821-9BFA-CE41032E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9349E-4024-5CEC-8604-8A2F3511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BBD9-7720-B5E7-D5B2-2A1630D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5B2AE-6345-8A6B-BC70-CD43C4AE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9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CDF5-2AA0-2385-AF3B-59F17A35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50EA7-A9EB-7EDA-EC06-755EE53A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8DA4-9DE1-4A07-84E7-8FE858E4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3C6F0-AF86-28DD-60D4-19D18495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8564C-2893-F306-1627-03A61D7B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9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280-59FF-6BD5-860E-FA2AA447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DC3E2-1541-FE93-1502-B845E3123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0E88A-D2F2-1C24-A4AA-6FE87B3A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B51D4-D85B-C03C-CDEC-81235E3F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D695B-C303-1820-4FF9-296AE520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2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B467-4C8A-3EFE-B24B-BEB5023D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24A8-9D1B-33BE-8981-82D8BEC6C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C3855-D8FF-1BCD-DB19-4F7B18B23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E5913-C62F-3111-6D21-CAE0E80B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3890F-7C68-32BA-A299-360F3DA4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A78A6-4E2E-DCE5-1156-4D3138D0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1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4C5C-F773-418B-C854-82A35673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5AB9A-88C8-EAEF-D4FB-6A70DA59D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DB8A8-603A-39FD-0843-5D3247932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80998-3A5E-878D-D572-7E80C9209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20E46-8756-20CC-79DE-7F46C70CC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D0E09-BC5E-FE0F-EEC1-46DBCF8C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4F1C8-820E-4964-9E4F-77E93ACF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77C29-88E2-FBDA-A131-962B27A8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9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2CBF-61FF-0167-EC15-D66CA7F4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5B5A4-1DF3-8A7F-AFE0-864E5741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8175E-61EF-C589-5026-637E3990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C6699-779C-A450-E816-3A919C60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1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EDA75-C297-5BDD-788F-8D76F5FF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B0C62-BE71-FB0B-EB06-E6A06F19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A9EC9-B017-253F-774D-BE68BF13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7082-1CDE-3FD4-C529-7C501C30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CCDC4-274B-9D28-31DE-65CB2E08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D89EC-9291-2E97-83F3-0ECD31ACF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05673-A165-31CE-FC20-E5D3DDEB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0451C-09B7-2DC0-820A-09A842B8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4138E-350D-0C39-394F-27FDDCF4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9079-1875-64A1-058D-69EDA074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D60E9-8B7A-4B20-1A1A-FCD5CCECF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5B0CB-6DAA-5A9A-97F2-B9D57FE98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94E8B-A75F-167A-F21E-AD95C766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2A5A3-9D80-9D7F-60F7-37F06D5A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C565F-1480-04C8-C2AD-E0952AA3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0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1170-5742-B91B-4E9E-D53EFE5E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18CAD-160E-23BC-BD6B-22EFEDA8B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4EDE-E72D-F639-51E2-AD2022C6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AD3F5-5D14-ADDE-4A98-0D07C321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1F0AE-B53C-D6A7-3B72-2F0AF40A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4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D7654-4C3C-4360-8626-16FC08B2E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FB385-14D8-9627-1D46-560AFC869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27467-C742-FA2B-14C9-1A93F3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E9AC1-2603-6C0F-1AE2-110B878B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7AE09-B709-748F-C3E2-EC7D5BF9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5818C-911B-69AD-2D64-2F69C6CD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0840-7688-5CFF-B577-C2E691B5A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160C-56E7-D966-54D2-2EBF6D5F3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EFA05-FBB4-4400-B575-D49E702DDDF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85D2A-3A14-5B3B-6957-FADD63DC4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666F8-4199-E1CE-C6C8-FCC1E8170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93CAE-0C8A-42F0-8D7C-8BE5FD56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6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306377-B6F5-F24F-156F-02A79126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{{Slide1_Headline}}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D03035E-D739-F07B-0658-A7210610A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5474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680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{{Slide1_Headline}}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Exner</dc:creator>
  <cp:lastModifiedBy>Andreas Exner</cp:lastModifiedBy>
  <cp:revision>1</cp:revision>
  <dcterms:created xsi:type="dcterms:W3CDTF">2026-02-24T11:11:33Z</dcterms:created>
  <dcterms:modified xsi:type="dcterms:W3CDTF">2026-02-24T11:14:16Z</dcterms:modified>
</cp:coreProperties>
</file>