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3" d="100"/>
          <a:sy n="83" d="100"/>
        </p:scale>
        <p:origin x="7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6014-A5E2-6B7A-2BFA-2547AD42D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9350B-D75E-5D4E-4CE5-38CE3771A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97567-AD95-B551-C95C-4CAEAE5A3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E9262-677D-8644-80C6-B99EE10D7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9DDD7-B837-163D-5C8A-7D80E8FD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73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4CB7-F960-9589-BFF6-CA3C9B27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39A69-F932-0151-ACB2-07FE540A4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CC373-9C6B-2CDA-39AD-CC05A2F6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90520-C1F6-93ED-4241-16D4401C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780CE-FCAF-B957-4B05-AAD093B5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8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37A79-524E-C246-071C-11E93E379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F608A-8F18-384C-9972-877D65D25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EFAE6-6373-7800-9ACF-0E2B0D2D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9993A-7D42-F2AA-E0E2-B4342B21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54EBF-AED3-F2F4-59FB-39ECEBB6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89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2468-1004-24D1-5272-CD8ED5D9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43C13-8580-1A03-7B82-C779F9B14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60A0B-4065-B9D2-2AF2-B69791C21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12057-646C-AB1C-4677-9E1F0437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9D49E-537E-F4E8-FD4D-2A2E5A7A0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46E01-A05B-66DB-D390-8BBF1BA8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3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9F27-6012-4A61-2AFB-FF5238D5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6B256-5056-E963-D3AB-3705B3DFF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74CE7-2EAC-C31F-5823-66A502B3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DAE83-C3FA-4DF8-E3B9-C03A46A39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B3822-0221-EE1E-2418-4CC22E4BD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1D099-CF32-0501-7050-F29332BB5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0FFDD-DFDE-0858-2852-B83E8D56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4AF6B5-9D8D-53EB-578E-1143FDF0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58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B4043-C1B7-FA97-733C-C4E93299A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8749C-B8DE-7DF9-614A-46B3D67B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09434-BA5B-3460-0714-D0FC83566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27D87-A28F-74CE-FDE0-660527A2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5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36DC30-7191-40C0-6B87-BA3337355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B25A6-1EAD-DCD1-E9C5-78BE29894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8B3C9-C854-4613-8996-6A2A425F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42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E18E-CFB2-3837-F787-0C827945D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226C6-BFAF-412F-874F-7AF041036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676A3-898C-1419-12A2-F770DBA42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71C1C-F43F-D481-623D-AB7703F59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AABAF-D8CC-1C14-4E0E-42EAFC97A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4C73A-8684-71EC-F7B8-7E654F60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81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D751-38D4-49C3-F898-19BCC8A4E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8BD4F-5A7E-7468-73EA-D8A1A72AB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E3C00-ACD2-92DB-EC10-28EEF88E3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B4ED-9067-A121-75E2-3B69C1F5D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80209-4460-8AF6-05EC-68E72353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E1582-B861-D307-9776-8F372A74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9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19C7-48CD-49FE-AADB-A8B77964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CDF07-877E-406C-220F-B5E01C903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2BD71-8D45-5E72-D409-350D7AEC2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3EEB5-F784-B695-7F04-46E326E5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CD2A4-D18B-7472-67EC-BD509D04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8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411ED-DC45-7A95-0E76-766BB9F58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803BA-D090-3165-551A-7FFD1DA85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1AC3C-A6F4-3A53-2E3D-BDB879F6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4B9F0-446D-72CD-A5D1-74B1419FF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136EB-9B56-60EB-A882-FDB88DB7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1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0E3475-6A72-9821-32FC-E011C1EF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19FF1-D937-253C-A2FD-E7DC1FEE3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5AFB4-6172-C4DD-6A53-9CA058985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812F0-4836-4695-B153-79F6FF10534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D463D-221B-D431-AA4C-EFE078D98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CB25B-0383-6C49-76D6-7AD38724E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AD4B4-6474-4D44-AC83-CDF090A9F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0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ABF69-F502-AA54-ADDD-324F13748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{{Title}}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BFA14-0123-759D-782F-58EC2F7ABA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{{Subtitle}} – {{Date}}</a:t>
            </a:r>
          </a:p>
        </p:txBody>
      </p:sp>
    </p:spTree>
    <p:extLst>
      <p:ext uri="{BB962C8B-B14F-4D97-AF65-F5344CB8AC3E}">
        <p14:creationId xmlns:p14="http://schemas.microsoft.com/office/powerpoint/2010/main" val="377315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74D02-EA87-E49B-8BA3-7A3F1C66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oup of people having fun at music concert">
            <a:extLst>
              <a:ext uri="{FF2B5EF4-FFF2-40B4-BE49-F238E27FC236}">
                <a16:creationId xmlns:a16="http://schemas.microsoft.com/office/drawing/2014/main" id="{D5BAB5DD-C51D-DB70-92CB-2D398B016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910" y="1825625"/>
            <a:ext cx="6538180" cy="4351338"/>
          </a:xfrm>
        </p:spPr>
      </p:pic>
    </p:spTree>
    <p:extLst>
      <p:ext uri="{BB962C8B-B14F-4D97-AF65-F5344CB8AC3E}">
        <p14:creationId xmlns:p14="http://schemas.microsoft.com/office/powerpoint/2010/main" val="3165484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{{Title}}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Exner</dc:creator>
  <cp:lastModifiedBy>Andreas Exner</cp:lastModifiedBy>
  <cp:revision>6</cp:revision>
  <dcterms:created xsi:type="dcterms:W3CDTF">2026-02-24T10:43:19Z</dcterms:created>
  <dcterms:modified xsi:type="dcterms:W3CDTF">2026-02-24T19:17:29Z</dcterms:modified>
</cp:coreProperties>
</file>